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740AC0-0019-4C36-87D9-BA294BDBA7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69AC80-C15F-40BF-ABF8-FD8C177481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678CF60-F402-41DF-8EE4-78BABCEE986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Joey slide one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Slide two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